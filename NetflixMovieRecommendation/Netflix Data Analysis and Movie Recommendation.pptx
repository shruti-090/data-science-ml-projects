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89" r:id="rId11"/>
    <p:sldId id="290" r:id="rId12"/>
    <p:sldId id="291" r:id="rId13"/>
    <p:sldId id="286" r:id="rId14"/>
    <p:sldId id="293" r:id="rId15"/>
    <p:sldId id="294" r:id="rId16"/>
    <p:sldId id="29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C6E0-FB35-7E22-78E5-4EBBB8BA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130" y="1677569"/>
            <a:ext cx="7427740" cy="1751431"/>
          </a:xfrm>
        </p:spPr>
        <p:txBody>
          <a:bodyPr/>
          <a:lstStyle/>
          <a:p>
            <a:r>
              <a:rPr lang="en-US" dirty="0"/>
              <a:t>Netflix Data Analysis and Movie Recommendation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8AED-2AA5-6810-0BD3-ABDA11EE7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756071"/>
            <a:ext cx="6815669" cy="1320802"/>
          </a:xfrm>
        </p:spPr>
        <p:txBody>
          <a:bodyPr/>
          <a:lstStyle/>
          <a:p>
            <a:r>
              <a:rPr lang="en-US" dirty="0"/>
              <a:t>Data Science &amp; Machine Learning Project</a:t>
            </a:r>
          </a:p>
          <a:p>
            <a:r>
              <a:rPr lang="en-US" dirty="0"/>
              <a:t>By - 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08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Netflix dataset contains an extensive catalog of movies and TV shows and relevant information about them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60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the dataset based on ratings, directors, categories and other features.</a:t>
            </a:r>
          </a:p>
          <a:p>
            <a:r>
              <a:rPr lang="en-US" dirty="0"/>
              <a:t>To visualize the same with graphs</a:t>
            </a:r>
          </a:p>
          <a:p>
            <a:r>
              <a:rPr lang="en-US" dirty="0"/>
              <a:t>To Recommend 5 similar movies based on genre using ML algorithms</a:t>
            </a:r>
          </a:p>
        </p:txBody>
      </p:sp>
    </p:spTree>
    <p:extLst>
      <p:ext uri="{BB962C8B-B14F-4D97-AF65-F5344CB8AC3E}">
        <p14:creationId xmlns:p14="http://schemas.microsoft.com/office/powerpoint/2010/main" val="5513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Frameworks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for EDA</a:t>
            </a:r>
          </a:p>
          <a:p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libraries for visualization</a:t>
            </a:r>
          </a:p>
          <a:p>
            <a:r>
              <a:rPr lang="en-US" b="1" dirty="0"/>
              <a:t>Sci-kit</a:t>
            </a:r>
            <a:r>
              <a:rPr lang="en-US" dirty="0"/>
              <a:t> learn for ML preprocessing</a:t>
            </a:r>
          </a:p>
          <a:p>
            <a:r>
              <a:rPr lang="en-US" b="1" dirty="0" err="1"/>
              <a:t>TfidfVectorizer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cosine similarity </a:t>
            </a:r>
            <a:r>
              <a:rPr lang="en-US" dirty="0"/>
              <a:t>for machine learning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4867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</a:t>
            </a:r>
            <a:r>
              <a:rPr lang="en-US" dirty="0"/>
              <a:t> – netflix1.csv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the dataset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85A34-59C8-4931-F87F-0DE36C579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26" y="1814731"/>
            <a:ext cx="10101397" cy="32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C4BF-7E80-BEAF-4694-E9564EB71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153" y="3940193"/>
            <a:ext cx="6241816" cy="2066712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The analysis will be done based on the following features</a:t>
            </a:r>
          </a:p>
          <a:p>
            <a:pPr marL="342900" indent="-342900" algn="l">
              <a:buAutoNum type="arabicPeriod"/>
            </a:pPr>
            <a:r>
              <a:rPr lang="en-US" dirty="0"/>
              <a:t>Type</a:t>
            </a:r>
          </a:p>
          <a:p>
            <a:pPr marL="342900" indent="-342900" algn="l">
              <a:buAutoNum type="arabicPeriod"/>
            </a:pPr>
            <a:r>
              <a:rPr lang="en-US" dirty="0"/>
              <a:t>Country</a:t>
            </a:r>
          </a:p>
          <a:p>
            <a:pPr marL="342900" indent="-342900" algn="l">
              <a:buAutoNum type="arabicPeriod"/>
            </a:pPr>
            <a:r>
              <a:rPr lang="en-US" dirty="0"/>
              <a:t>Release year</a:t>
            </a:r>
          </a:p>
          <a:p>
            <a:pPr marL="342900" indent="-342900" algn="l">
              <a:buAutoNum type="arabicPeriod"/>
            </a:pPr>
            <a:r>
              <a:rPr lang="en-US" dirty="0"/>
              <a:t>Rating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B69A35-8E07-A5E9-CB29-7641D21EA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1228725"/>
            <a:ext cx="8172450" cy="2200275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DB7B8F-4B7A-BFD7-5520-444E3C3922AB}"/>
              </a:ext>
            </a:extLst>
          </p:cNvPr>
          <p:cNvSpPr txBox="1">
            <a:spLocks/>
          </p:cNvSpPr>
          <p:nvPr/>
        </p:nvSpPr>
        <p:spPr>
          <a:xfrm>
            <a:off x="6989969" y="3940193"/>
            <a:ext cx="4121613" cy="8110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Recommendation will be done based on </a:t>
            </a:r>
          </a:p>
          <a:p>
            <a:pPr algn="l"/>
            <a:r>
              <a:rPr lang="en-US" dirty="0" err="1"/>
              <a:t>Listed_in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7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Drop duplicate entries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Unique values for categorical features – ‘Type’ and ‘Rating’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72A4C-E7D7-1847-E1ED-4982F18C2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391" y="2715078"/>
            <a:ext cx="752475" cy="504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40092-87F3-AA82-A7FA-DF88CA46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741" y="4040187"/>
            <a:ext cx="1933575" cy="352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B983AB-DDAD-1CB5-8621-D762FAF44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178" y="4950302"/>
            <a:ext cx="41529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2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/>
          <a:lstStyle/>
          <a:p>
            <a:r>
              <a:rPr lang="en-US" dirty="0"/>
              <a:t>Rating vs No. of movies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4092330"/>
            <a:ext cx="3606450" cy="1675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</a:t>
            </a:r>
            <a:r>
              <a:rPr lang="en-US" dirty="0"/>
              <a:t>movies have been rated ‘TV-MA’ and ‘TV-14’</a:t>
            </a:r>
          </a:p>
          <a:p>
            <a:pPr algn="ctr"/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BA088-0FF1-4A48-154C-BFAC2A4BB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C3AD9-2B25-2858-557B-16284360F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29" y="1745015"/>
            <a:ext cx="2943225" cy="923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FEFF29-3FB0-6196-0E38-2243835A5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02" y="982131"/>
            <a:ext cx="5930306" cy="467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5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48" y="950319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8863" y="5205097"/>
            <a:ext cx="3718455" cy="514091"/>
          </a:xfrm>
        </p:spPr>
        <p:txBody>
          <a:bodyPr/>
          <a:lstStyle/>
          <a:p>
            <a:r>
              <a:rPr lang="en-US" dirty="0"/>
              <a:t>No. of movies released each year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848394" y="2968283"/>
            <a:ext cx="2682597" cy="3108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movies/tv shows were released in 2018</a:t>
            </a:r>
          </a:p>
          <a:p>
            <a:pPr algn="ctr"/>
            <a:r>
              <a:rPr lang="en-IN" dirty="0"/>
              <a:t>Also we can see a steady increased in the number of releases since 1979 to 2018, after 2018 the number started descending</a:t>
            </a: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CCE68F-CF37-8E9A-17EF-89FCF8CC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75" y="1621263"/>
            <a:ext cx="2819400" cy="790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DBFA85-03F1-58D5-0D52-E24107296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775" y="769586"/>
            <a:ext cx="79438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3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48" y="950319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8863" y="5205097"/>
            <a:ext cx="4080048" cy="514091"/>
          </a:xfrm>
        </p:spPr>
        <p:txBody>
          <a:bodyPr>
            <a:normAutofit fontScale="92500"/>
          </a:bodyPr>
          <a:lstStyle/>
          <a:p>
            <a:r>
              <a:rPr lang="en-US" dirty="0"/>
              <a:t>Top 10 Directors with maximum movies/TV shows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1097280" y="3654703"/>
            <a:ext cx="2832829" cy="19577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movies/tv shows were directed by ‘Rajiv </a:t>
            </a:r>
            <a:r>
              <a:rPr lang="en-IN" dirty="0" err="1"/>
              <a:t>Chilaka</a:t>
            </a:r>
            <a:r>
              <a:rPr lang="en-IN" dirty="0"/>
              <a:t>’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EA270-1DE0-284B-31C3-05432838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110" y="998010"/>
            <a:ext cx="7557553" cy="3481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A80FF4-F26D-A8F5-16ED-E4EBC574C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41" y="1528837"/>
            <a:ext cx="37338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/>
          <a:lstStyle/>
          <a:p>
            <a:r>
              <a:rPr lang="en-US" dirty="0"/>
              <a:t>Movies vs TV/Shows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4092330"/>
            <a:ext cx="3606450" cy="1675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US" dirty="0"/>
              <a:t>There are more than double movies than TV shows on Netflix</a:t>
            </a:r>
          </a:p>
          <a:p>
            <a:pPr algn="ctr"/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BA088-0FF1-4A48-154C-BFAC2A4BB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F90E71-264E-FADA-30F9-B20B16F1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104" y="982130"/>
            <a:ext cx="5754189" cy="4363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AACE4-3A74-E060-CF0C-F0CD6E301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740" y="1876938"/>
            <a:ext cx="34385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86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 10 Countries with maximum content on Netflix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4092330"/>
            <a:ext cx="3606450" cy="1675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US" dirty="0"/>
              <a:t>USA and India have produced the maximum content on Netflix</a:t>
            </a:r>
          </a:p>
          <a:p>
            <a:pPr algn="ctr"/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BA088-0FF1-4A48-154C-BFAC2A4BB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8CA07-33DB-3F10-F4F0-14C86C164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10" y="2008621"/>
            <a:ext cx="3581400" cy="581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473A92-E780-CB53-99E7-908679085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808" y="982131"/>
            <a:ext cx="5901117" cy="38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03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 System - Machine Learning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D2100E-2BCC-928D-C00F-8224E39AD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38" y="2627271"/>
            <a:ext cx="3237474" cy="3207772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56FB93E-CE2F-A20B-A4A1-F3ADDBF71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988" y="2668096"/>
            <a:ext cx="5344551" cy="32077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dirty="0"/>
              <a:t>We will use ‘</a:t>
            </a:r>
            <a:r>
              <a:rPr lang="en-US" sz="2000" dirty="0" err="1"/>
              <a:t>listed_in</a:t>
            </a:r>
            <a:r>
              <a:rPr lang="en-US" sz="2000" dirty="0"/>
              <a:t>’ feature to find movies that have similar genres.</a:t>
            </a:r>
          </a:p>
          <a:p>
            <a:pPr marL="0" indent="0" algn="l">
              <a:buNone/>
            </a:pP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First we will create a sparse matrix of the </a:t>
            </a:r>
            <a:r>
              <a:rPr lang="en-US" sz="2000" dirty="0" err="1"/>
              <a:t>listed_in</a:t>
            </a:r>
            <a:r>
              <a:rPr lang="en-US" sz="2000" dirty="0"/>
              <a:t> feature using </a:t>
            </a:r>
            <a:r>
              <a:rPr lang="en-US" sz="2000" dirty="0" err="1"/>
              <a:t>TfidfVectorizer</a:t>
            </a: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Then get the vector of a particular movie that needs recommendation.</a:t>
            </a:r>
          </a:p>
          <a:p>
            <a:pPr marL="457200" indent="-457200" algn="l">
              <a:buAutoNum type="arabicPeriod"/>
            </a:pPr>
            <a:r>
              <a:rPr lang="en-US" sz="2000" dirty="0"/>
              <a:t>Use </a:t>
            </a:r>
            <a:r>
              <a:rPr lang="en-US" sz="2000" dirty="0" err="1"/>
              <a:t>cosine_similarity</a:t>
            </a:r>
            <a:r>
              <a:rPr lang="en-US" sz="2000" dirty="0"/>
              <a:t> to find similar vectors </a:t>
            </a:r>
          </a:p>
        </p:txBody>
      </p:sp>
    </p:spTree>
    <p:extLst>
      <p:ext uri="{BB962C8B-B14F-4D97-AF65-F5344CB8AC3E}">
        <p14:creationId xmlns:p14="http://schemas.microsoft.com/office/powerpoint/2010/main" val="3345803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 System 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Convert words into vectors using </a:t>
            </a:r>
            <a:r>
              <a:rPr lang="en-US" sz="2000" dirty="0" err="1"/>
              <a:t>TfidfVectorizer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Create a Series of movie titles and indexes for better retrieval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E95604-1097-E316-6AE9-EF97D8E6E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590" y="2862692"/>
            <a:ext cx="2914650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28957D-ED49-9684-35A5-3D5C51D81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16" y="3835202"/>
            <a:ext cx="29527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9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 System 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3. Function </a:t>
            </a:r>
            <a:r>
              <a:rPr lang="en-US" sz="2000" dirty="0" err="1"/>
              <a:t>recommendMovie</a:t>
            </a:r>
            <a:r>
              <a:rPr lang="en-US" sz="2000" dirty="0"/>
              <a:t>() takes the name of movie and returns a list of similar indexes using </a:t>
            </a:r>
            <a:r>
              <a:rPr lang="en-US" sz="2000" dirty="0" err="1"/>
              <a:t>cosine_similarity</a:t>
            </a:r>
            <a:r>
              <a:rPr lang="en-US" sz="2000" dirty="0"/>
              <a:t> model. The scores are sorted in decreasing order and top 6 values are returned, except the first, as the first one will be the input movie itself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2E39C-B504-7C56-1E9C-DE713EB16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17" y="3727938"/>
            <a:ext cx="3719358" cy="1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73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 System -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44390"/>
            <a:ext cx="9601196" cy="35765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Let’s find recommendations for the movie </a:t>
            </a:r>
          </a:p>
          <a:p>
            <a:pPr marL="0" indent="0">
              <a:buNone/>
            </a:pPr>
            <a:r>
              <a:rPr lang="en-US" sz="2000" dirty="0"/>
              <a:t>‘</a:t>
            </a:r>
            <a:r>
              <a:rPr lang="en-US" sz="2000" b="1" dirty="0"/>
              <a:t>Midnight Mass</a:t>
            </a:r>
            <a:r>
              <a:rPr lang="en-US" sz="2000" dirty="0"/>
              <a:t>’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‘</a:t>
            </a:r>
            <a:r>
              <a:rPr lang="en-US" sz="2000" b="1" dirty="0"/>
              <a:t>Rang De Basanti</a:t>
            </a:r>
            <a:r>
              <a:rPr lang="en-US" sz="2000" dirty="0"/>
              <a:t>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33099-C9D6-D50D-D9E0-7362A731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431" y="2887579"/>
            <a:ext cx="4067175" cy="1504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01B5C1-D3BA-5AF1-145F-F94A44A3F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507" y="4645838"/>
            <a:ext cx="36290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0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CD2-A076-E383-F8A3-6AD471A91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41A81-C1EF-DB47-674E-53C5A358D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281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2676</TotalTime>
  <Words>444</Words>
  <Application>Microsoft Office PowerPoint</Application>
  <PresentationFormat>Widescreen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Garamond</vt:lpstr>
      <vt:lpstr>Wingdings</vt:lpstr>
      <vt:lpstr>Organic</vt:lpstr>
      <vt:lpstr>Netflix Data Analysis and Movie Recommendation</vt:lpstr>
      <vt:lpstr>Introduction</vt:lpstr>
      <vt:lpstr>Objective</vt:lpstr>
      <vt:lpstr>Tools &amp; Frameworks Used</vt:lpstr>
      <vt:lpstr>Dataset – netflix1.csv</vt:lpstr>
      <vt:lpstr>PowerPoint Presentation</vt:lpstr>
      <vt:lpstr>EDA – Data Cleaning &amp; Preprocessing</vt:lpstr>
      <vt:lpstr>Data Visualization</vt:lpstr>
      <vt:lpstr>Data Visualization</vt:lpstr>
      <vt:lpstr>Data Visualization</vt:lpstr>
      <vt:lpstr>Data Visualization</vt:lpstr>
      <vt:lpstr>Data Visualization</vt:lpstr>
      <vt:lpstr>Recommendation System - Machine Learning</vt:lpstr>
      <vt:lpstr>Recommendation System - Machine Learning</vt:lpstr>
      <vt:lpstr>Recommendation System - Machine Learning</vt:lpstr>
      <vt:lpstr>Recommendation System - Machine Learning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shruti0922@gmail.com</dc:creator>
  <cp:lastModifiedBy>shruti0922@gmail.com</cp:lastModifiedBy>
  <cp:revision>246</cp:revision>
  <dcterms:created xsi:type="dcterms:W3CDTF">2024-10-08T04:09:07Z</dcterms:created>
  <dcterms:modified xsi:type="dcterms:W3CDTF">2024-10-10T05:35:56Z</dcterms:modified>
</cp:coreProperties>
</file>