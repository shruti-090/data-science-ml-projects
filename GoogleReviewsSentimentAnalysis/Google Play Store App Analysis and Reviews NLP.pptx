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75" r:id="rId10"/>
    <p:sldId id="277" r:id="rId11"/>
    <p:sldId id="264" r:id="rId12"/>
    <p:sldId id="265" r:id="rId13"/>
    <p:sldId id="276" r:id="rId14"/>
    <p:sldId id="278" r:id="rId15"/>
    <p:sldId id="279" r:id="rId16"/>
    <p:sldId id="281" r:id="rId17"/>
    <p:sldId id="280" r:id="rId18"/>
    <p:sldId id="283" r:id="rId19"/>
    <p:sldId id="282" r:id="rId20"/>
    <p:sldId id="284" r:id="rId21"/>
    <p:sldId id="286" r:id="rId22"/>
    <p:sldId id="285" r:id="rId23"/>
    <p:sldId id="287" r:id="rId24"/>
    <p:sldId id="288" r:id="rId25"/>
    <p:sldId id="27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3" autoAdjust="0"/>
    <p:restoredTop sz="94660"/>
  </p:normalViewPr>
  <p:slideViewPr>
    <p:cSldViewPr snapToGrid="0">
      <p:cViewPr varScale="1">
        <p:scale>
          <a:sx n="68" d="100"/>
          <a:sy n="68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5C6E0-FB35-7E22-78E5-4EBBB8BA3B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2130" y="1677569"/>
            <a:ext cx="7427740" cy="1751431"/>
          </a:xfrm>
        </p:spPr>
        <p:txBody>
          <a:bodyPr/>
          <a:lstStyle/>
          <a:p>
            <a:r>
              <a:rPr lang="en-US" dirty="0"/>
              <a:t>Google Play Store Apps Analysis and Reviews NLP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508AED-2AA5-6810-0BD3-ABDA11EE7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3756071"/>
            <a:ext cx="6815669" cy="1320802"/>
          </a:xfrm>
        </p:spPr>
        <p:txBody>
          <a:bodyPr/>
          <a:lstStyle/>
          <a:p>
            <a:r>
              <a:rPr lang="en-US" dirty="0"/>
              <a:t>Data Science &amp; Machine Learning Project</a:t>
            </a:r>
          </a:p>
          <a:p>
            <a:r>
              <a:rPr lang="en-US" dirty="0"/>
              <a:t>By - 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308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Google’s Play Store Apps project consists of 2 datasets.</a:t>
            </a:r>
          </a:p>
          <a:p>
            <a:r>
              <a:rPr lang="en-US" dirty="0"/>
              <a:t>One dataset contains information of more than 10,000 apps like installs, ratings, size, category and more...</a:t>
            </a:r>
          </a:p>
          <a:p>
            <a:r>
              <a:rPr lang="en-US" dirty="0"/>
              <a:t>Another dataset contains reviews and sentiment polarity for those apps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60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analyze the first dataset for the app installs and ratings based on categories, sizes and other features.</a:t>
            </a:r>
          </a:p>
          <a:p>
            <a:r>
              <a:rPr lang="en-US" dirty="0"/>
              <a:t>To visualize the same with graphs</a:t>
            </a:r>
          </a:p>
          <a:p>
            <a:r>
              <a:rPr lang="en-US" dirty="0"/>
              <a:t>Sentiment Analysis of User Reviews dataset using NLP</a:t>
            </a:r>
          </a:p>
          <a:p>
            <a:r>
              <a:rPr lang="en-US" dirty="0"/>
              <a:t>Learning the sentiments based on the available data and train some classification models, compare the scores to find the best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39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8E7DD-9BB3-07E1-8DD0-F3C25D4B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Frameworks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C4CD-C615-4DA6-5A9A-A6AC8560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Python</a:t>
            </a:r>
            <a:r>
              <a:rPr lang="en-US" dirty="0"/>
              <a:t> for EDA</a:t>
            </a:r>
          </a:p>
          <a:p>
            <a:r>
              <a:rPr lang="en-US" b="1" dirty="0"/>
              <a:t>Matplotlib</a:t>
            </a:r>
            <a:r>
              <a:rPr lang="en-US" dirty="0"/>
              <a:t> and </a:t>
            </a:r>
            <a:r>
              <a:rPr lang="en-US" b="1" dirty="0"/>
              <a:t>Seaborn</a:t>
            </a:r>
            <a:r>
              <a:rPr lang="en-US" dirty="0"/>
              <a:t> libraries for visualization</a:t>
            </a:r>
          </a:p>
          <a:p>
            <a:r>
              <a:rPr lang="en-US" b="1" dirty="0"/>
              <a:t>Sci-kit</a:t>
            </a:r>
            <a:r>
              <a:rPr lang="en-US" dirty="0"/>
              <a:t> learn for ML preprocessing</a:t>
            </a:r>
          </a:p>
          <a:p>
            <a:r>
              <a:rPr lang="en-US" b="1" dirty="0" err="1"/>
              <a:t>Nltk</a:t>
            </a:r>
            <a:r>
              <a:rPr lang="en-US" dirty="0"/>
              <a:t> for Natural Language preprocessing</a:t>
            </a:r>
          </a:p>
          <a:p>
            <a:r>
              <a:rPr lang="en-US" b="1" dirty="0"/>
              <a:t>Naïve Bayes </a:t>
            </a:r>
            <a:r>
              <a:rPr lang="en-US" dirty="0"/>
              <a:t>and</a:t>
            </a:r>
            <a:r>
              <a:rPr lang="en-US" b="1" dirty="0"/>
              <a:t> Random Forest Classifier </a:t>
            </a:r>
            <a:r>
              <a:rPr lang="en-US" dirty="0"/>
              <a:t>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48679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 1</a:t>
            </a:r>
            <a:r>
              <a:rPr lang="en-US" dirty="0"/>
              <a:t> - googleplaystore.csv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the dataset</a:t>
            </a:r>
            <a:endParaRPr lang="en-IN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6CD23B-2F3A-6587-8BEB-BCC4F66E5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92" y="1705349"/>
            <a:ext cx="9772320" cy="3499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08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3C4BF-7E80-BEAF-4694-E9564EB71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65606" y="3602569"/>
            <a:ext cx="6241816" cy="2404336"/>
          </a:xfrm>
        </p:spPr>
        <p:txBody>
          <a:bodyPr>
            <a:noAutofit/>
          </a:bodyPr>
          <a:lstStyle/>
          <a:p>
            <a:pPr algn="l"/>
            <a:r>
              <a:rPr lang="en-US" b="1" dirty="0"/>
              <a:t>The analysis will be done based on the following features</a:t>
            </a:r>
          </a:p>
          <a:p>
            <a:pPr marL="342900" indent="-342900" algn="l">
              <a:buAutoNum type="arabicPeriod"/>
            </a:pPr>
            <a:r>
              <a:rPr lang="en-US" dirty="0"/>
              <a:t>Category</a:t>
            </a:r>
          </a:p>
          <a:p>
            <a:pPr marL="342900" indent="-342900" algn="l">
              <a:buAutoNum type="arabicPeriod"/>
            </a:pPr>
            <a:r>
              <a:rPr lang="en-US" dirty="0"/>
              <a:t>App</a:t>
            </a:r>
          </a:p>
          <a:p>
            <a:pPr marL="342900" indent="-342900" algn="l">
              <a:buAutoNum type="arabicPeriod"/>
            </a:pPr>
            <a:r>
              <a:rPr lang="en-US" dirty="0"/>
              <a:t>Rating</a:t>
            </a:r>
          </a:p>
          <a:p>
            <a:pPr marL="342900" indent="-342900" algn="l">
              <a:buAutoNum type="arabicPeriod"/>
            </a:pPr>
            <a:r>
              <a:rPr lang="en-US" dirty="0"/>
              <a:t>Installs</a:t>
            </a:r>
          </a:p>
          <a:p>
            <a:pPr marL="342900" indent="-342900" algn="l">
              <a:buAutoNum type="arabicPeriod"/>
            </a:pPr>
            <a:r>
              <a:rPr lang="en-US" dirty="0"/>
              <a:t>Reviews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743234-C003-9E0D-92CF-FF1B295C5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133475"/>
            <a:ext cx="792480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72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size of the dataset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Remove special characters from Installs column and make it ‘int type’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Drop the rows with null values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7D4EB-BB74-C5BD-DE92-62A398420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392" y="2639054"/>
            <a:ext cx="1097608" cy="711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1CAEF1-5345-34D4-C45D-91ACD09AB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654" y="4125337"/>
            <a:ext cx="3419475" cy="800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AD5B1C-71D4-29BC-A851-BAED7FE7A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654" y="5583172"/>
            <a:ext cx="1285875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22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AF8F-6322-0471-D1F8-6ACBBAC8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D8989-F5C8-09F7-8BD1-C87726CE3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62604" y="1891629"/>
            <a:ext cx="6466792" cy="51956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Table shows the 10 </a:t>
            </a:r>
            <a:r>
              <a:rPr lang="en-US" b="1" dirty="0"/>
              <a:t>best rated apps on Google Play Store</a:t>
            </a:r>
            <a:endParaRPr lang="en-IN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FB7059-11AB-69B5-47F2-A860672EA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221" y="2562357"/>
            <a:ext cx="3143250" cy="3571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C2AB6E-91E0-C93D-E70F-E98EE5D8A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637" y="3121641"/>
            <a:ext cx="44767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2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AF8F-6322-0471-D1F8-6ACBBAC8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D8989-F5C8-09F7-8BD1-C87726CE3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35237" y="1891629"/>
            <a:ext cx="7652825" cy="5195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Table shows the 5 </a:t>
            </a:r>
            <a:r>
              <a:rPr lang="en-US" b="1" dirty="0"/>
              <a:t>best rated apps on Google Play Store for individual category</a:t>
            </a: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8C94C-C98E-9A5D-E8AC-40568C64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2889468"/>
            <a:ext cx="5686425" cy="295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D1C263-EC54-06EF-6C76-1A0834178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2" y="3309940"/>
            <a:ext cx="4296652" cy="21483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6F942C-EBFB-E523-3E6D-CE81D1095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104" y="3309940"/>
            <a:ext cx="4063805" cy="2265071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24B7E521-2836-5668-028B-6A8C5C7B7BEC}"/>
              </a:ext>
            </a:extLst>
          </p:cNvPr>
          <p:cNvSpPr/>
          <p:nvPr/>
        </p:nvSpPr>
        <p:spPr>
          <a:xfrm>
            <a:off x="2862604" y="3025418"/>
            <a:ext cx="161950" cy="2952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F9C1B26-0176-0945-449F-DA1FCC0C21C9}"/>
              </a:ext>
            </a:extLst>
          </p:cNvPr>
          <p:cNvSpPr/>
          <p:nvPr/>
        </p:nvSpPr>
        <p:spPr>
          <a:xfrm>
            <a:off x="7615139" y="3047858"/>
            <a:ext cx="161950" cy="2952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449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AF8F-6322-0471-D1F8-6ACBBAC8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AD8989-F5C8-09F7-8BD1-C87726CE3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8565" y="1924822"/>
            <a:ext cx="3094867" cy="519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Top 10 most installed apps</a:t>
            </a: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BFD52C-0DBB-2B4B-C16F-C1A17950E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804" y="2444389"/>
            <a:ext cx="8164392" cy="365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51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78518"/>
          </a:xfrm>
        </p:spPr>
        <p:txBody>
          <a:bodyPr/>
          <a:lstStyle/>
          <a:p>
            <a:r>
              <a:rPr lang="en-US" dirty="0"/>
              <a:t>Category vs Installs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8F362B-366C-395A-FB9E-9D57D3CFAB11}"/>
              </a:ext>
            </a:extLst>
          </p:cNvPr>
          <p:cNvSpPr/>
          <p:nvPr/>
        </p:nvSpPr>
        <p:spPr>
          <a:xfrm>
            <a:off x="1351378" y="3669894"/>
            <a:ext cx="3606490" cy="20975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apps have been installed in ‘Communication’, ‘Social’ and ‘Video players’ category</a:t>
            </a:r>
          </a:p>
          <a:p>
            <a:pPr algn="ctr"/>
            <a:r>
              <a:rPr lang="en-IN" dirty="0"/>
              <a:t>Least apps have been installed for ‘Comics’, ‘Beauty’ and ‘Events’</a:t>
            </a:r>
            <a:endParaRPr lang="en-US" dirty="0"/>
          </a:p>
          <a:p>
            <a:pPr algn="ctr"/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BA088-0FF1-4A48-154C-BFAC2A4BB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5914C2-24B7-E393-F5C7-947828F8D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82131"/>
            <a:ext cx="4476750" cy="472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9AD5A9-071E-9F97-30A0-0983BB9DA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037" y="1918720"/>
            <a:ext cx="304800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59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14091"/>
          </a:xfrm>
        </p:spPr>
        <p:txBody>
          <a:bodyPr/>
          <a:lstStyle/>
          <a:p>
            <a:r>
              <a:rPr lang="en-US" dirty="0"/>
              <a:t>No. of apps for each Category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257093-C40E-E3B4-3099-5E8201F55984}"/>
              </a:ext>
            </a:extLst>
          </p:cNvPr>
          <p:cNvSpPr/>
          <p:nvPr/>
        </p:nvSpPr>
        <p:spPr>
          <a:xfrm>
            <a:off x="1416614" y="3605467"/>
            <a:ext cx="3718455" cy="19132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apps are available for ‘Family’, ‘Game’ and ‘Tools’ category</a:t>
            </a:r>
          </a:p>
          <a:p>
            <a:pPr algn="ctr"/>
            <a:r>
              <a:rPr lang="en-IN" dirty="0"/>
              <a:t>Very few apps are available for ‘Beauty’, ‘Events’ and ‘Parenting’</a:t>
            </a:r>
          </a:p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8A103-C88B-7AB4-C2A5-1A4135131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240" y="2036653"/>
            <a:ext cx="3248025" cy="638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0932BD-12E0-CB20-7BDC-FFDEACE9B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014" y="995678"/>
            <a:ext cx="4448175" cy="469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38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14091"/>
          </a:xfrm>
        </p:spPr>
        <p:txBody>
          <a:bodyPr/>
          <a:lstStyle/>
          <a:p>
            <a:r>
              <a:rPr lang="en-US" dirty="0"/>
              <a:t>Rating vs Installs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31BBE3-0402-EBA4-5CAB-4085433B4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825" y="1166497"/>
            <a:ext cx="5505450" cy="4248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6F0C30-502C-FF58-95C9-78FD2D655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614" y="2205681"/>
            <a:ext cx="3829050" cy="4191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405830-BEBF-B5D3-A74F-96DAA2854F0C}"/>
              </a:ext>
            </a:extLst>
          </p:cNvPr>
          <p:cNvSpPr/>
          <p:nvPr/>
        </p:nvSpPr>
        <p:spPr>
          <a:xfrm>
            <a:off x="1593778" y="3726523"/>
            <a:ext cx="3474721" cy="1688124"/>
          </a:xfrm>
          <a:prstGeom prst="roundRect">
            <a:avLst>
              <a:gd name="adj" fmla="val 11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The apps with rating between 4.0 and 4.5 have been installed the most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934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5386-C333-771E-14FA-24A4583AF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1166497"/>
            <a:ext cx="3718455" cy="578518"/>
          </a:xfrm>
        </p:spPr>
        <p:txBody>
          <a:bodyPr/>
          <a:lstStyle/>
          <a:p>
            <a:r>
              <a:rPr lang="en-US" dirty="0"/>
              <a:t>Data Visualization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4C36C-28CB-EA37-5933-A8786D52A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0" y="3091376"/>
            <a:ext cx="3718455" cy="514091"/>
          </a:xfrm>
        </p:spPr>
        <p:txBody>
          <a:bodyPr/>
          <a:lstStyle/>
          <a:p>
            <a:r>
              <a:rPr lang="en-US" dirty="0"/>
              <a:t>Category vs Best Rated apps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405830-BEBF-B5D3-A74F-96DAA2854F0C}"/>
              </a:ext>
            </a:extLst>
          </p:cNvPr>
          <p:cNvSpPr/>
          <p:nvPr/>
        </p:nvSpPr>
        <p:spPr>
          <a:xfrm>
            <a:off x="1593778" y="3726523"/>
            <a:ext cx="3474721" cy="1688124"/>
          </a:xfrm>
          <a:prstGeom prst="roundRect">
            <a:avLst>
              <a:gd name="adj" fmla="val 11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INFERENCE</a:t>
            </a:r>
          </a:p>
          <a:p>
            <a:pPr algn="ctr"/>
            <a:r>
              <a:rPr lang="en-IN" dirty="0"/>
              <a:t>Maximum best rated apps are in Dating category</a:t>
            </a:r>
          </a:p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191EF1-7227-51F2-9332-5A55963D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713" y="1745015"/>
            <a:ext cx="4514850" cy="13239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F7F7DB-3EB3-D42C-339E-9A2B7A56B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655" y="1061722"/>
            <a:ext cx="4514850" cy="476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52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26F9-E2AC-9AA2-B757-050295A4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901" y="1138610"/>
            <a:ext cx="9609666" cy="566738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Dataset 2</a:t>
            </a:r>
            <a:r>
              <a:rPr lang="en-US" dirty="0"/>
              <a:t> - googleplaystore_user_reviews.csv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65014-FCDA-8BA6-8B75-33129AF32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1167" y="5438508"/>
            <a:ext cx="9609666" cy="493712"/>
          </a:xfrm>
        </p:spPr>
        <p:txBody>
          <a:bodyPr>
            <a:normAutofit/>
          </a:bodyPr>
          <a:lstStyle/>
          <a:p>
            <a:r>
              <a:rPr lang="en-US" sz="2100" dirty="0"/>
              <a:t>First 5 rows of the dataset</a:t>
            </a:r>
            <a:endParaRPr lang="en-IN" sz="2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5BCAE-7A24-AE2A-D350-59983AA44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58" y="1770591"/>
            <a:ext cx="9508209" cy="331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682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3C4BF-7E80-BEAF-4694-E9564EB71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01264" y="4563127"/>
            <a:ext cx="7789472" cy="1471913"/>
          </a:xfrm>
        </p:spPr>
        <p:txBody>
          <a:bodyPr>
            <a:noAutofit/>
          </a:bodyPr>
          <a:lstStyle/>
          <a:p>
            <a:r>
              <a:rPr lang="en-US" b="1" dirty="0"/>
              <a:t>There are 5 columns in the dataset. </a:t>
            </a:r>
            <a:r>
              <a:rPr lang="en-US" dirty="0"/>
              <a:t>For ‘</a:t>
            </a:r>
            <a:r>
              <a:rPr lang="en-US" i="1" dirty="0"/>
              <a:t>Translated Review</a:t>
            </a:r>
            <a:r>
              <a:rPr lang="en-US" dirty="0"/>
              <a:t>’ column, classification will be based on ‘</a:t>
            </a:r>
            <a:r>
              <a:rPr lang="en-US" i="1" dirty="0"/>
              <a:t>sentiment</a:t>
            </a:r>
            <a:r>
              <a:rPr lang="en-US" dirty="0"/>
              <a:t>’ column</a:t>
            </a:r>
          </a:p>
          <a:p>
            <a:r>
              <a:rPr lang="en-US" b="1" dirty="0"/>
              <a:t>X(Input feature) = </a:t>
            </a:r>
            <a:r>
              <a:rPr lang="en-US" dirty="0"/>
              <a:t>Translated Review</a:t>
            </a:r>
          </a:p>
          <a:p>
            <a:r>
              <a:rPr lang="en-US" b="1" dirty="0"/>
              <a:t>Y(Output) = </a:t>
            </a:r>
            <a:r>
              <a:rPr lang="en-US" dirty="0"/>
              <a:t>Sentiment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48B449-DD8A-52B8-3057-DFF050C0A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36" y="949569"/>
            <a:ext cx="8357528" cy="3319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A96C08-A474-4E4D-3A57-357301B90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36" y="701919"/>
            <a:ext cx="866775" cy="24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94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– Data Cleaning &amp;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the size of the dataset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Find unique Sentiments as it is a categorical feature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Drop the unwanted columns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D76CC-FFF3-0888-34E0-BF0E654D2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391" y="2704943"/>
            <a:ext cx="905350" cy="636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BE5B06-E58F-964C-8BDA-484C526D7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998" y="4037001"/>
            <a:ext cx="3486150" cy="571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D11254-2B1D-EE3A-7EBB-E1A4ED686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998" y="5161492"/>
            <a:ext cx="44196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01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3C4BF-7E80-BEAF-4694-E9564EB71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01264" y="4802278"/>
            <a:ext cx="7789472" cy="1471913"/>
          </a:xfrm>
        </p:spPr>
        <p:txBody>
          <a:bodyPr>
            <a:noAutofit/>
          </a:bodyPr>
          <a:lstStyle/>
          <a:p>
            <a:r>
              <a:rPr lang="en-US" sz="2400" dirty="0"/>
              <a:t>Dataset after cleaning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1D7D7-3A89-6724-31B5-2308CFFBB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307" y="1318325"/>
            <a:ext cx="5693386" cy="340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84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– 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Clean/Stem the ‘</a:t>
            </a:r>
            <a:r>
              <a:rPr lang="en-US" dirty="0" err="1"/>
              <a:t>Translated_Review</a:t>
            </a:r>
            <a:r>
              <a:rPr lang="en-US" dirty="0"/>
              <a:t>’ column and create a corpus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Removed special characters and integers from the words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Used </a:t>
            </a:r>
            <a:r>
              <a:rPr lang="en-US" dirty="0" err="1"/>
              <a:t>PorterStemmer</a:t>
            </a:r>
            <a:r>
              <a:rPr lang="en-US" dirty="0"/>
              <a:t> to stem the words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Removed </a:t>
            </a:r>
            <a:r>
              <a:rPr lang="en-US" dirty="0" err="1"/>
              <a:t>Stopwords</a:t>
            </a:r>
            <a:r>
              <a:rPr lang="en-US" dirty="0"/>
              <a:t> in English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Joined the words to create the corpus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39024-438C-9816-4733-AEF73B92A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727" y="3626235"/>
            <a:ext cx="4120558" cy="1705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2CF319-3C69-2A2B-9BDB-5B06843ED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789" y="4978864"/>
            <a:ext cx="44005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0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– Data Preprocessing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Encode the ‘Sentiment’ column values using </a:t>
            </a:r>
            <a:r>
              <a:rPr lang="en-US" dirty="0" err="1"/>
              <a:t>LabelEncoder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176DA-B937-FAFD-EB88-CE302F0BF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508" y="3264877"/>
            <a:ext cx="4626049" cy="905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0FF42D-C85E-3233-620A-CF0C5473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508" y="4570372"/>
            <a:ext cx="3259456" cy="90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412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Steps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Select X and Y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Convert words into vectors using </a:t>
            </a:r>
            <a:r>
              <a:rPr lang="en-US" sz="2000" dirty="0" err="1"/>
              <a:t>TfidfVectorizer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Split X and Y into train and test data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A15A60-F6D5-00AD-C56D-406A91BCD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590" y="2954655"/>
            <a:ext cx="895350" cy="428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51D21-EA38-4CE0-EECC-FFA736E2B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590" y="3861720"/>
            <a:ext cx="2028825" cy="4000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6C0FE6-45D6-42CA-F450-E3310CC29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590" y="4892842"/>
            <a:ext cx="3619500" cy="304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B1010C-F1FF-90BE-2345-4774DD54A582}"/>
              </a:ext>
            </a:extLst>
          </p:cNvPr>
          <p:cNvSpPr txBox="1"/>
          <p:nvPr/>
        </p:nvSpPr>
        <p:spPr>
          <a:xfrm>
            <a:off x="1800664" y="5468575"/>
            <a:ext cx="7441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I will be training 2 machine learning models for the classification and calculating accuracy for both  – Naïve Bayes and Random Forest Classifier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803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using Naïve Bayes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sz="2400" dirty="0"/>
              <a:t>Train the data with </a:t>
            </a:r>
            <a:r>
              <a:rPr lang="en-US" sz="2400" b="1" dirty="0"/>
              <a:t>Naïve Bayes – </a:t>
            </a:r>
            <a:r>
              <a:rPr lang="en-US" sz="2400" b="1" dirty="0" err="1"/>
              <a:t>MultinomialNB</a:t>
            </a:r>
            <a:r>
              <a:rPr lang="en-US" sz="2400" b="1" dirty="0"/>
              <a:t> </a:t>
            </a:r>
            <a:r>
              <a:rPr lang="en-US" sz="2400" dirty="0"/>
              <a:t>model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 Predict the values against test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Calculate the accuracy 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3237A7-4C48-3FE9-4979-26429DDC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646" y="4192823"/>
            <a:ext cx="1809750" cy="30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F9989E-F302-F2C4-ED40-CDA435DF1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646" y="5115106"/>
            <a:ext cx="2965625" cy="7037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3FC7B20-5268-12AB-159E-A41D4A793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271" y="3068843"/>
            <a:ext cx="1762125" cy="59055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82091BF-F5B7-28D1-53BE-0F4B8094C7EA}"/>
              </a:ext>
            </a:extLst>
          </p:cNvPr>
          <p:cNvSpPr/>
          <p:nvPr/>
        </p:nvSpPr>
        <p:spPr>
          <a:xfrm>
            <a:off x="4703991" y="5247218"/>
            <a:ext cx="2859740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Accuracy is 69.477%</a:t>
            </a: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86011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348" y="982132"/>
            <a:ext cx="9785250" cy="1303867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 using </a:t>
            </a:r>
            <a:r>
              <a:rPr lang="en-US" dirty="0" err="1"/>
              <a:t>RandomForestClassifier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4. </a:t>
            </a:r>
            <a:r>
              <a:rPr lang="en-US" sz="2400" dirty="0"/>
              <a:t>Train the data with </a:t>
            </a:r>
            <a:r>
              <a:rPr lang="en-US" sz="2400" b="1" dirty="0" err="1"/>
              <a:t>RandomForestClassifier</a:t>
            </a:r>
            <a:r>
              <a:rPr lang="en-US" sz="2400" dirty="0"/>
              <a:t>–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 Predict the values against test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6. Calculate the accuracy score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3237A7-4C48-3FE9-4979-26429DDC3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05" y="4137429"/>
            <a:ext cx="1809750" cy="30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DD145D-130A-7472-445B-327078D02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005" y="3027771"/>
            <a:ext cx="1800225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1209B6-E561-3182-42AF-5A07411C3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005" y="5018019"/>
            <a:ext cx="2859741" cy="62865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412F74-0CB5-0430-04E4-8C8FA4244C29}"/>
              </a:ext>
            </a:extLst>
          </p:cNvPr>
          <p:cNvSpPr/>
          <p:nvPr/>
        </p:nvSpPr>
        <p:spPr>
          <a:xfrm>
            <a:off x="4684516" y="5247218"/>
            <a:ext cx="2859740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Accuracy is 88.521%</a:t>
            </a: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8890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C54D-140D-C645-868B-5B0C2188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348" y="982132"/>
            <a:ext cx="9785250" cy="1303867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EA9A-5012-326C-C0CB-4D4449341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765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Random Forest Classifier performed better with Accuracy of </a:t>
            </a:r>
            <a:r>
              <a:rPr lang="en-US" b="1" dirty="0"/>
              <a:t>88.521</a:t>
            </a:r>
            <a:r>
              <a:rPr lang="en-US" dirty="0"/>
              <a:t>% as compared to Naïve Bayes which gave an accuracy of </a:t>
            </a:r>
            <a:r>
              <a:rPr lang="en-US" b="1" dirty="0"/>
              <a:t>69.477%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CB2FBA-48FB-B58B-07C7-4F47DCD180F2}"/>
              </a:ext>
            </a:extLst>
          </p:cNvPr>
          <p:cNvSpPr/>
          <p:nvPr/>
        </p:nvSpPr>
        <p:spPr>
          <a:xfrm>
            <a:off x="3854548" y="3868615"/>
            <a:ext cx="3689708" cy="20072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INFERENCE</a:t>
            </a:r>
          </a:p>
          <a:p>
            <a:pPr algn="ctr"/>
            <a:r>
              <a:rPr lang="en-US" b="1" dirty="0" err="1"/>
              <a:t>RandomForest</a:t>
            </a:r>
            <a:r>
              <a:rPr lang="en-US" b="1" dirty="0"/>
              <a:t> is a better classifier for this dataset and can be used to classify more reviews into Positive or Negative</a:t>
            </a:r>
          </a:p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02144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CD2-A076-E383-F8A3-6AD471A91D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41A81-C1EF-DB47-674E-53C5A358D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Shruti Gupta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281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1540</TotalTime>
  <Words>655</Words>
  <Application>Microsoft Office PowerPoint</Application>
  <PresentationFormat>Widescreen</PresentationFormat>
  <Paragraphs>106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Garamond</vt:lpstr>
      <vt:lpstr>Wingdings</vt:lpstr>
      <vt:lpstr>Organic</vt:lpstr>
      <vt:lpstr>Google Play Store Apps Analysis and Reviews NLP</vt:lpstr>
      <vt:lpstr>Introduction</vt:lpstr>
      <vt:lpstr>Objective</vt:lpstr>
      <vt:lpstr>Tools &amp; Frameworks Used</vt:lpstr>
      <vt:lpstr>Dataset 1 - googleplaystore.csv</vt:lpstr>
      <vt:lpstr>PowerPoint Presentation</vt:lpstr>
      <vt:lpstr>EDA – Data Cleaning &amp; Preprocessing</vt:lpstr>
      <vt:lpstr>EDA</vt:lpstr>
      <vt:lpstr>EDA</vt:lpstr>
      <vt:lpstr>EDA</vt:lpstr>
      <vt:lpstr>Data Visualization</vt:lpstr>
      <vt:lpstr>Data Visualization</vt:lpstr>
      <vt:lpstr>Data Visualization</vt:lpstr>
      <vt:lpstr>Data Visualization</vt:lpstr>
      <vt:lpstr>Dataset 2 - googleplaystore_user_reviews.csv</vt:lpstr>
      <vt:lpstr>PowerPoint Presentation</vt:lpstr>
      <vt:lpstr>EDA – Data Cleaning &amp; Preprocessing</vt:lpstr>
      <vt:lpstr>PowerPoint Presentation</vt:lpstr>
      <vt:lpstr>NLP – Data Preprocessing</vt:lpstr>
      <vt:lpstr>NLP – Data Preprocessing</vt:lpstr>
      <vt:lpstr>Machine Learning Steps</vt:lpstr>
      <vt:lpstr>Machine Learning using Naïve Bayes</vt:lpstr>
      <vt:lpstr>Machine Learning using RandomForestClassifier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shruti0922@gmail.com</dc:creator>
  <cp:lastModifiedBy>shruti0922@gmail.com</cp:lastModifiedBy>
  <cp:revision>162</cp:revision>
  <dcterms:created xsi:type="dcterms:W3CDTF">2024-10-08T04:09:07Z</dcterms:created>
  <dcterms:modified xsi:type="dcterms:W3CDTF">2024-10-09T10:11:02Z</dcterms:modified>
</cp:coreProperties>
</file>