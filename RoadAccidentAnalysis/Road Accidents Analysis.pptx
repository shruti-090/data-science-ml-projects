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C6E0-FB35-7E22-78E5-4EBBB8BA3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 Accidents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8AED-2AA5-6810-0BD3-ABDA11EE7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Project</a:t>
            </a:r>
          </a:p>
          <a:p>
            <a:r>
              <a:rPr lang="en-US" dirty="0"/>
              <a:t>By - 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Regulatory Affairs of Road Accidents have provided a dataset which contains road accident information for 50 cities of India in the year 2020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6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dataset for the causes, outcomes of accidents and city.</a:t>
            </a:r>
          </a:p>
          <a:p>
            <a:r>
              <a:rPr lang="en-US" dirty="0"/>
              <a:t>To visualize the same with graphs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for EDA</a:t>
            </a:r>
          </a:p>
          <a:p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 for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7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Random 10 rows of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34357-95E5-7C1D-C675-61E7CB0FC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t="28903" r="32269" b="20806"/>
          <a:stretch/>
        </p:blipFill>
        <p:spPr>
          <a:xfrm>
            <a:off x="2546250" y="1848276"/>
            <a:ext cx="6850967" cy="344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DA92-1A5A-611F-6E35-E6306947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578" y="772886"/>
            <a:ext cx="6241816" cy="499230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contains 5 columns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C0CAAED-779E-889C-9A25-04FDCFB39A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336" t="5535" r="39729" b="23708"/>
          <a:stretch/>
        </p:blipFill>
        <p:spPr>
          <a:xfrm>
            <a:off x="3492157" y="1335314"/>
            <a:ext cx="5207686" cy="23585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C4BF-7E80-BEAF-4694-E9564EB7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5606" y="3945770"/>
            <a:ext cx="6241816" cy="1828800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The analysis will be done based on the following features</a:t>
            </a:r>
          </a:p>
          <a:p>
            <a:pPr marL="342900" indent="-342900" algn="l">
              <a:buAutoNum type="arabicPeriod"/>
            </a:pPr>
            <a:r>
              <a:rPr lang="en-US" dirty="0"/>
              <a:t>Million Plus Cities</a:t>
            </a:r>
          </a:p>
          <a:p>
            <a:pPr marL="342900" indent="-342900" algn="l">
              <a:buAutoNum type="arabicPeriod"/>
            </a:pPr>
            <a:r>
              <a:rPr lang="en-US" dirty="0"/>
              <a:t>Cause Category</a:t>
            </a:r>
          </a:p>
          <a:p>
            <a:pPr marL="342900" indent="-342900" algn="l">
              <a:buAutoNum type="arabicPeriod"/>
            </a:pPr>
            <a:r>
              <a:rPr lang="en-US" dirty="0"/>
              <a:t>Cause Subcategory</a:t>
            </a:r>
          </a:p>
          <a:p>
            <a:pPr marL="342900" indent="-342900" algn="l">
              <a:buAutoNum type="arabicPeriod"/>
            </a:pPr>
            <a:r>
              <a:rPr lang="en-US" dirty="0"/>
              <a:t>Outcome of Incident</a:t>
            </a:r>
            <a:endParaRPr lang="en-IN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22CBF61-CD94-0A72-6CB6-0A3F174F0819}"/>
              </a:ext>
            </a:extLst>
          </p:cNvPr>
          <p:cNvSpPr txBox="1">
            <a:spLocks/>
          </p:cNvSpPr>
          <p:nvPr/>
        </p:nvSpPr>
        <p:spPr>
          <a:xfrm>
            <a:off x="8439722" y="3945770"/>
            <a:ext cx="148805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Output</a:t>
            </a:r>
          </a:p>
          <a:p>
            <a:pPr algn="l"/>
            <a:r>
              <a:rPr lang="en-US" dirty="0"/>
              <a:t>Count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87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 for nulls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Fill the null values with 0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3791F-8230-C5A3-2460-62A3BB0B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04" y="2621307"/>
            <a:ext cx="1524213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377D33-D5CF-0DE6-39F2-31A0158D0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206" y="3617483"/>
            <a:ext cx="1924319" cy="1409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ADFBD9-F39D-1454-282A-76976A37B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020" y="5590078"/>
            <a:ext cx="248637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507A-B77D-B46F-03C8-7A68578E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A5537-1EFE-E636-C843-7268C588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unique values for features, as they are categorical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77AA0-246A-DCB1-7D03-6D179AD43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157971"/>
            <a:ext cx="4401187" cy="2717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D6583E-9FEC-3C10-F355-D098AEC0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91" y="3157971"/>
            <a:ext cx="5058505" cy="27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596FB8-1567-1AE7-8E97-EBF04FC7C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7555" y="1166497"/>
            <a:ext cx="4591691" cy="452500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/>
          <a:lstStyle/>
          <a:p>
            <a:r>
              <a:rPr lang="en-US" dirty="0"/>
              <a:t>Outcomes of incidents vs Count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626692" y="3778298"/>
            <a:ext cx="3052689" cy="15111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road accidents resulted in injuries and minor injuries</a:t>
            </a:r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75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14091"/>
          </a:xfrm>
        </p:spPr>
        <p:txBody>
          <a:bodyPr/>
          <a:lstStyle/>
          <a:p>
            <a:r>
              <a:rPr lang="en-US" dirty="0"/>
              <a:t>Cause category vs Count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D22C59-8E39-0505-C74B-A518B122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489" y="965841"/>
            <a:ext cx="5051824" cy="492631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1852712" y="3778297"/>
            <a:ext cx="2600649" cy="1539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road accidents were caused due to Weather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33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82351" y="4638055"/>
            <a:ext cx="5824023" cy="412247"/>
          </a:xfrm>
        </p:spPr>
        <p:txBody>
          <a:bodyPr>
            <a:normAutofit/>
          </a:bodyPr>
          <a:lstStyle/>
          <a:p>
            <a:r>
              <a:rPr lang="en-US" dirty="0"/>
              <a:t>Cause Subcategory vs Count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20180-EFCA-1CC7-F50F-1086524F7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5" y="645664"/>
            <a:ext cx="8411749" cy="396295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405830-BEBF-B5D3-A74F-96DAA2854F0C}"/>
              </a:ext>
            </a:extLst>
          </p:cNvPr>
          <p:cNvSpPr/>
          <p:nvPr/>
        </p:nvSpPr>
        <p:spPr>
          <a:xfrm>
            <a:off x="801857" y="4360985"/>
            <a:ext cx="3474721" cy="16881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road accidents were caused due to Sunny/Clear Weather, Straight Road and Other reasons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32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AF8F-6322-0471-D1F8-6ACBBAC8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953954-8A41-119C-7EB2-192DB5EAD4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62604" y="2761477"/>
            <a:ext cx="6466791" cy="277604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62604" y="1891629"/>
            <a:ext cx="6466792" cy="51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Table shows the </a:t>
            </a:r>
            <a:r>
              <a:rPr lang="en-US" b="1" dirty="0"/>
              <a:t>cause category</a:t>
            </a:r>
            <a:r>
              <a:rPr lang="en-US" dirty="0"/>
              <a:t> for each </a:t>
            </a:r>
            <a:r>
              <a:rPr lang="en-US" b="1" dirty="0"/>
              <a:t>outcome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0762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67C6A8-7BD0-E889-3C61-2DE838CDE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9505" y="790506"/>
            <a:ext cx="7533287" cy="5078047"/>
          </a:xfrm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5D28C-7D00-7AB9-B1AF-78F8DC821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89" y="831122"/>
            <a:ext cx="2513629" cy="2278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B836D4-F68C-1049-2D30-930A1E30D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132" y="831120"/>
            <a:ext cx="2382129" cy="2421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F3DA6C-50A2-832F-E606-341D7856C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75" y="831120"/>
            <a:ext cx="2401687" cy="2421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B2ED15-B1C9-9D37-6E30-EB3176222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874" y="3337214"/>
            <a:ext cx="2401687" cy="24016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085DC3-A4EA-5441-9C6D-15DCF6C45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065" y="3329530"/>
            <a:ext cx="2452453" cy="24170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2027D4-B69C-55D3-7429-3D91234D09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670" y="3220301"/>
            <a:ext cx="2275206" cy="2265687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55DDA66-69E1-4018-0F96-F50640536AE1}"/>
              </a:ext>
            </a:extLst>
          </p:cNvPr>
          <p:cNvSpPr txBox="1">
            <a:spLocks/>
          </p:cNvSpPr>
          <p:nvPr/>
        </p:nvSpPr>
        <p:spPr>
          <a:xfrm>
            <a:off x="8597765" y="2165132"/>
            <a:ext cx="2011051" cy="9706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Graphs are plotted for each Category with the counts of ‘Outcomes of Incident’</a:t>
            </a:r>
          </a:p>
          <a:p>
            <a:endParaRPr lang="en-US" b="1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387215-4166-F43F-088F-5B8826F2FD46}"/>
              </a:ext>
            </a:extLst>
          </p:cNvPr>
          <p:cNvSpPr/>
          <p:nvPr/>
        </p:nvSpPr>
        <p:spPr>
          <a:xfrm>
            <a:off x="8597765" y="3429000"/>
            <a:ext cx="2644126" cy="2056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road accidents led to minor injuries for any cause</a:t>
            </a:r>
          </a:p>
          <a:p>
            <a:pPr algn="ctr"/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377F92-28A6-1B17-B3AD-9256019D7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406" y="831120"/>
            <a:ext cx="3506132" cy="74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9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866326-94B3-94FE-E118-FA74D4DB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56" y="822961"/>
            <a:ext cx="6115904" cy="49060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 txBox="1">
            <a:spLocks/>
          </p:cNvSpPr>
          <p:nvPr/>
        </p:nvSpPr>
        <p:spPr>
          <a:xfrm>
            <a:off x="7447904" y="1336430"/>
            <a:ext cx="3384219" cy="33199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/>
              <a:t>Table shows the no. of injuries caused in each city, sorted by maximum Deaths</a:t>
            </a:r>
            <a:endParaRPr lang="en-IN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6CEFF1-3997-9787-8B50-F6C7DB3980B9}"/>
              </a:ext>
            </a:extLst>
          </p:cNvPr>
          <p:cNvSpPr/>
          <p:nvPr/>
        </p:nvSpPr>
        <p:spPr>
          <a:xfrm>
            <a:off x="7447904" y="3411415"/>
            <a:ext cx="3524896" cy="2056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accidents that </a:t>
            </a:r>
          </a:p>
          <a:p>
            <a:pPr algn="ctr"/>
            <a:r>
              <a:rPr lang="en-IN" dirty="0"/>
              <a:t>resulted in death occurred in Delhi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75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AF8F-6322-0471-D1F8-6ACBBAC8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2518" y="1996205"/>
            <a:ext cx="7846959" cy="51956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Table shows the no. of accidents for each </a:t>
            </a:r>
            <a:r>
              <a:rPr lang="en-US" b="1" dirty="0"/>
              <a:t>city- cause subcategory </a:t>
            </a:r>
            <a:r>
              <a:rPr lang="en-US" dirty="0"/>
              <a:t>wise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422B3-647D-C1B8-5011-C84E069C8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0" y="2475914"/>
            <a:ext cx="8211696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72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67C6A8-7BD0-E889-3C61-2DE838CDE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5914" y="887650"/>
            <a:ext cx="7533287" cy="5176522"/>
          </a:xfrm>
        </p:spPr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55DDA66-69E1-4018-0F96-F50640536AE1}"/>
              </a:ext>
            </a:extLst>
          </p:cNvPr>
          <p:cNvSpPr txBox="1">
            <a:spLocks/>
          </p:cNvSpPr>
          <p:nvPr/>
        </p:nvSpPr>
        <p:spPr>
          <a:xfrm>
            <a:off x="8680469" y="2505239"/>
            <a:ext cx="2011051" cy="970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Graphs are plotted for each city with the cause of accidents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AB01E-2302-9A8F-25F9-3251E42E6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14" y="887651"/>
            <a:ext cx="2545835" cy="2517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E3AC9-ED1A-AB4E-A8A4-399B3E281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844" y="887650"/>
            <a:ext cx="2545835" cy="2500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EB38FD-5C64-8BB1-D83D-EA13123E6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87" y="902491"/>
            <a:ext cx="2478714" cy="2461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3B636D-B0B0-B270-3F7E-BA8464299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14" y="3388526"/>
            <a:ext cx="2739982" cy="26350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986C89-F32C-33FC-195B-B470509C7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896" y="3388525"/>
            <a:ext cx="2739982" cy="26213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A992D2-D79C-A766-4C90-FA676CE52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487" y="3412708"/>
            <a:ext cx="2373431" cy="22884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A09843-EFA9-AF6A-7421-58215107E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322" y="902491"/>
            <a:ext cx="3609975" cy="11049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EF78B0-83EE-D2F3-0560-581D0D00FABC}"/>
              </a:ext>
            </a:extLst>
          </p:cNvPr>
          <p:cNvSpPr/>
          <p:nvPr/>
        </p:nvSpPr>
        <p:spPr>
          <a:xfrm>
            <a:off x="8524253" y="3692561"/>
            <a:ext cx="2877788" cy="2262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accidents have been caused due to ‘Stop Sign’</a:t>
            </a:r>
          </a:p>
          <a:p>
            <a:pPr algn="ctr"/>
            <a:r>
              <a:rPr lang="en-IN" dirty="0"/>
              <a:t>In Dhanbad, accidents have been caused due to many causes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729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CD2-A076-E383-F8A3-6AD471A9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41A81-C1EF-DB47-674E-53C5A358D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281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449</TotalTime>
  <Words>303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Garamond</vt:lpstr>
      <vt:lpstr>Wingdings</vt:lpstr>
      <vt:lpstr>Organic</vt:lpstr>
      <vt:lpstr>Road Accidents Analysis</vt:lpstr>
      <vt:lpstr>Introduction</vt:lpstr>
      <vt:lpstr>Objective</vt:lpstr>
      <vt:lpstr>Tools &amp; Frameworks Used</vt:lpstr>
      <vt:lpstr>Dataset </vt:lpstr>
      <vt:lpstr>Dataset contains 5 columns</vt:lpstr>
      <vt:lpstr>EDA – Data Cleaning</vt:lpstr>
      <vt:lpstr>EDA – Data Preprocessing</vt:lpstr>
      <vt:lpstr>Data Visualization</vt:lpstr>
      <vt:lpstr>Data Visualization</vt:lpstr>
      <vt:lpstr>PowerPoint Presentation</vt:lpstr>
      <vt:lpstr>EDA</vt:lpstr>
      <vt:lpstr>PowerPoint Presentation</vt:lpstr>
      <vt:lpstr>PowerPoint Presentation</vt:lpstr>
      <vt:lpstr>EDA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shruti0922@gmail.com</dc:creator>
  <cp:lastModifiedBy>shruti0922@gmail.com</cp:lastModifiedBy>
  <cp:revision>42</cp:revision>
  <dcterms:created xsi:type="dcterms:W3CDTF">2024-10-08T04:09:07Z</dcterms:created>
  <dcterms:modified xsi:type="dcterms:W3CDTF">2024-10-08T13:46:53Z</dcterms:modified>
</cp:coreProperties>
</file>